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image" Target="../media/image-7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4572000" cy="3657600"/>
          </a:xfrm>
          <a:prstGeom prst="ellipse">
            <a:avLst/>
          </a:prstGeom>
          <a:solidFill>
            <a:srgbClr val="FF6B35">
              <a:alpha val="18000"/>
            </a:srgbClr>
          </a:solidFill>
          <a:ln w="12700">
            <a:solidFill>
              <a:srgbClr val="FF6B35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200400"/>
            <a:ext cx="3657600" cy="2743200"/>
          </a:xfrm>
          <a:prstGeom prst="ellipse">
            <a:avLst/>
          </a:prstGeom>
          <a:solidFill>
            <a:srgbClr val="FF9F1C">
              <a:alpha val="15000"/>
            </a:srgbClr>
          </a:solidFill>
          <a:ln w="12700">
            <a:solidFill>
              <a:srgbClr val="FF9F1C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502920"/>
            <a:ext cx="594360" cy="594360"/>
          </a:xfrm>
          <a:prstGeom prst="roundRect">
            <a:avLst>
              <a:gd name="adj" fmla="val 12308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029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34440" y="5029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ShipLab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2011680" cy="292608"/>
          </a:xfrm>
          <a:prstGeom prst="roundRect">
            <a:avLst>
              <a:gd name="adj" fmla="val 18750"/>
            </a:avLst>
          </a:prstGeom>
          <a:solidFill>
            <a:srgbClr val="FF6B35">
              <a:alpha val="20000"/>
            </a:srgbClr>
          </a:solidFill>
          <a:ln w="12700">
            <a:solidFill>
              <a:srgbClr val="FF6B35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4173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6B35"/>
                </a:solidFill>
              </a:rPr>
              <a:t>AI PRODUCT STUDIO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1920240"/>
            <a:ext cx="80467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</a:rPr>
              <a:t>We Build AI That
</a:t>
            </a:r>
            <a:pPr algn="l" indent="0" marL="0">
              <a:buNone/>
            </a:pPr>
            <a:r>
              <a:rPr lang="en-US" sz="4600" b="1" dirty="0">
                <a:solidFill>
                  <a:srgbClr val="FF6B35"/>
                </a:solidFill>
              </a:rPr>
              <a:t>Works While You Sleep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548640" y="38404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AAAAAA"/>
                </a:solidFill>
              </a:rPr>
              <a:t>AI Agents · Business Automations · SaaS MVPs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4434840"/>
            <a:ext cx="2194560" cy="411480"/>
          </a:xfrm>
          <a:prstGeom prst="roundRect">
            <a:avLst>
              <a:gd name="adj" fmla="val 22222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44348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Book a Free Call →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shiplab.io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35"/>
                </a:solidFill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Your Business Is Leaking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Time &amp; Money Every Day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1828800" cy="155448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46888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58368" y="2971800"/>
            <a:ext cx="160934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Hours wasted on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repetitive manual tasks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606040" y="2286000"/>
            <a:ext cx="1828800" cy="155448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8920" y="2468880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715768" y="2971800"/>
            <a:ext cx="160934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Leads falling through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the cracks every week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4663440" y="2286000"/>
            <a:ext cx="1828800" cy="155448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468880"/>
            <a:ext cx="365760" cy="3657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773168" y="2971800"/>
            <a:ext cx="160934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Hiring more staff just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to keep up with growth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6720840" y="2286000"/>
            <a:ext cx="1828800" cy="155448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0" y="2468880"/>
            <a:ext cx="365760" cy="36576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830568" y="2971800"/>
            <a:ext cx="160934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Competitors already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using AI to move faster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548640" y="44805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AAAAAA"/>
                </a:solidFill>
              </a:rPr>
              <a:t>Sound familiar? You're not alone — and there's a fix.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35"/>
                </a:solidFill>
              </a:rPr>
              <a:t>The 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ShipLab Ships AI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That Actually Works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AAAAA"/>
                </a:solidFill>
              </a:rPr>
              <a:t>We design, build, and deploy AI-powered systems tailored to your business — so you can focus on growth, not grunt work.</a:t>
            </a:r>
            <a:endParaRPr lang="en-US" sz="13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465576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342900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Custom AI agents that work 24/7</a:t>
            </a:r>
            <a:endParaRPr lang="en-US" sz="13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922776"/>
            <a:ext cx="256032" cy="25603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14400" y="388620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Automations that cut manual work by 80%</a:t>
            </a:r>
            <a:endParaRPr lang="en-US" sz="13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379976"/>
            <a:ext cx="256032" cy="25603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14400" y="434340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SaaS products launched in weeks, not months</a:t>
            </a:r>
            <a:endParaRPr lang="en-US" sz="1300" dirty="0"/>
          </a:p>
        </p:txBody>
      </p:sp>
      <p:sp>
        <p:nvSpPr>
          <p:cNvPr id="11" name="Shape 6"/>
          <p:cNvSpPr/>
          <p:nvPr/>
        </p:nvSpPr>
        <p:spPr>
          <a:xfrm>
            <a:off x="4937760" y="365760"/>
            <a:ext cx="3657600" cy="4434840"/>
          </a:xfrm>
          <a:prstGeom prst="rect">
            <a:avLst/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5486400" y="640080"/>
            <a:ext cx="2560320" cy="1828800"/>
          </a:xfrm>
          <a:prstGeom prst="ellipse">
            <a:avLst/>
          </a:prstGeom>
          <a:solidFill>
            <a:srgbClr val="FF6B35">
              <a:alpha val="12000"/>
            </a:srgbClr>
          </a:solidFill>
          <a:ln w="12700">
            <a:solidFill>
              <a:srgbClr val="FF6B35">
                <a:alpha val="12000"/>
              </a:srgbClr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7880" y="1005840"/>
            <a:ext cx="1371600" cy="13716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074920" y="256032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Your AI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Powered Studio</a:t>
            </a:r>
            <a:endParaRPr lang="en-US" sz="1800" dirty="0"/>
          </a:p>
        </p:txBody>
      </p:sp>
      <p:sp>
        <p:nvSpPr>
          <p:cNvPr id="15" name="Text 9"/>
          <p:cNvSpPr/>
          <p:nvPr/>
        </p:nvSpPr>
        <p:spPr>
          <a:xfrm>
            <a:off x="5074920" y="34290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Built in weeks. Running forever.</a:t>
            </a:r>
            <a:endParaRPr lang="en-US" sz="1100" dirty="0"/>
          </a:p>
        </p:txBody>
      </p:sp>
      <p:sp>
        <p:nvSpPr>
          <p:cNvPr id="16" name="Shape 10"/>
          <p:cNvSpPr/>
          <p:nvPr/>
        </p:nvSpPr>
        <p:spPr>
          <a:xfrm>
            <a:off x="5486400" y="3977640"/>
            <a:ext cx="2560320" cy="347472"/>
          </a:xfrm>
          <a:prstGeom prst="roundRect">
            <a:avLst>
              <a:gd name="adj" fmla="val 21053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5486400" y="39776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Ship with ShipLab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35"/>
                </a:solidFill>
              </a:rPr>
              <a:t>What We Build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Three Services. One Studio.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560320" cy="288036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764792"/>
            <a:ext cx="914400" cy="228600"/>
          </a:xfrm>
          <a:prstGeom prst="roundRect">
            <a:avLst>
              <a:gd name="adj" fmla="val 20000"/>
            </a:avLst>
          </a:prstGeom>
          <a:solidFill>
            <a:srgbClr val="FF6B35">
              <a:alpha val="22000"/>
            </a:srgbClr>
          </a:solidFill>
          <a:ln w="12700">
            <a:solidFill>
              <a:srgbClr val="FF6B35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76479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FF6B35"/>
                </a:solidFill>
              </a:rPr>
              <a:t>AUTOMATE</a:t>
            </a:r>
            <a:endParaRPr lang="en-US" sz="7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78608" y="1719072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13232" y="2075688"/>
            <a:ext cx="22311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AI Agents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13232" y="2560320"/>
            <a:ext cx="223113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AAAAA"/>
                </a:solidFill>
              </a:rPr>
              <a:t>Custom AI agents that handle customer queries, book appointments, qualify leads, and follow up — 24/7, without you lifting a finger.</a:t>
            </a:r>
            <a:endParaRPr lang="en-US" sz="10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3630168"/>
            <a:ext cx="182880" cy="1828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60120" y="359359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WhatsApp &amp; voice agents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3904488"/>
            <a:ext cx="182880" cy="1828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60120" y="386791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Lead qualification bots</a:t>
            </a:r>
            <a:endParaRPr lang="en-US" sz="10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4178808"/>
            <a:ext cx="182880" cy="18288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60120" y="414223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Appointment booking AI</a:t>
            </a:r>
            <a:endParaRPr lang="en-US" sz="1000" dirty="0"/>
          </a:p>
        </p:txBody>
      </p:sp>
      <p:sp>
        <p:nvSpPr>
          <p:cNvPr id="16" name="Shape 10"/>
          <p:cNvSpPr/>
          <p:nvPr/>
        </p:nvSpPr>
        <p:spPr>
          <a:xfrm>
            <a:off x="3429000" y="1600200"/>
            <a:ext cx="2560320" cy="288036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3593592" y="1764792"/>
            <a:ext cx="914400" cy="228600"/>
          </a:xfrm>
          <a:prstGeom prst="roundRect">
            <a:avLst>
              <a:gd name="adj" fmla="val 20000"/>
            </a:avLst>
          </a:prstGeom>
          <a:solidFill>
            <a:srgbClr val="FF6B35">
              <a:alpha val="22000"/>
            </a:srgbClr>
          </a:solidFill>
          <a:ln w="12700">
            <a:solidFill>
              <a:srgbClr val="FF6B35">
                <a:alpha val="45000"/>
              </a:srgbClr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3593592" y="176479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FF6B35"/>
                </a:solidFill>
              </a:rPr>
              <a:t>STREAMLINE</a:t>
            </a:r>
            <a:endParaRPr lang="en-US" sz="7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8968" y="1719072"/>
            <a:ext cx="320040" cy="32004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3593592" y="2075688"/>
            <a:ext cx="22311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Business Automations</a:t>
            </a:r>
            <a:endParaRPr lang="en-US" sz="1800" dirty="0"/>
          </a:p>
        </p:txBody>
      </p:sp>
      <p:sp>
        <p:nvSpPr>
          <p:cNvPr id="21" name="Text 14"/>
          <p:cNvSpPr/>
          <p:nvPr/>
        </p:nvSpPr>
        <p:spPr>
          <a:xfrm>
            <a:off x="3593592" y="2560320"/>
            <a:ext cx="223113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AAAAA"/>
                </a:solidFill>
              </a:rPr>
              <a:t>End-to-end workflow automation connecting your tools — CRM, email, forms, spreadsheets — so nothing falls through the cracks.</a:t>
            </a:r>
            <a:endParaRPr lang="en-US" sz="105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93592" y="3630168"/>
            <a:ext cx="182880" cy="18288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3840480" y="359359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Make.com &amp; n8n workflows</a:t>
            </a:r>
            <a:endParaRPr lang="en-US" sz="1000" dirty="0"/>
          </a:p>
        </p:txBody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93592" y="3904488"/>
            <a:ext cx="182880" cy="18288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3840480" y="386791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CRM &amp; Airtable pipelines</a:t>
            </a:r>
            <a:endParaRPr lang="en-US" sz="1000" dirty="0"/>
          </a:p>
        </p:txBody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93592" y="4178808"/>
            <a:ext cx="182880" cy="182880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3840480" y="414223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Auto reporting &amp; alerts</a:t>
            </a:r>
            <a:endParaRPr lang="en-US" sz="1000" dirty="0"/>
          </a:p>
        </p:txBody>
      </p:sp>
      <p:sp>
        <p:nvSpPr>
          <p:cNvPr id="28" name="Shape 18"/>
          <p:cNvSpPr/>
          <p:nvPr/>
        </p:nvSpPr>
        <p:spPr>
          <a:xfrm>
            <a:off x="6309360" y="1600200"/>
            <a:ext cx="2560320" cy="288036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9" name="Shape 19"/>
          <p:cNvSpPr/>
          <p:nvPr/>
        </p:nvSpPr>
        <p:spPr>
          <a:xfrm>
            <a:off x="6473952" y="1764792"/>
            <a:ext cx="914400" cy="228600"/>
          </a:xfrm>
          <a:prstGeom prst="roundRect">
            <a:avLst>
              <a:gd name="adj" fmla="val 20000"/>
            </a:avLst>
          </a:prstGeom>
          <a:solidFill>
            <a:srgbClr val="FF6B35">
              <a:alpha val="22000"/>
            </a:srgbClr>
          </a:solidFill>
          <a:ln w="12700">
            <a:solidFill>
              <a:srgbClr val="FF6B35">
                <a:alpha val="45000"/>
              </a:srgbClr>
            </a:solidFill>
            <a:prstDash val="solid"/>
          </a:ln>
        </p:spPr>
      </p:sp>
      <p:sp>
        <p:nvSpPr>
          <p:cNvPr id="30" name="Text 20"/>
          <p:cNvSpPr/>
          <p:nvPr/>
        </p:nvSpPr>
        <p:spPr>
          <a:xfrm>
            <a:off x="6473952" y="176479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FF6B35"/>
                </a:solidFill>
              </a:rPr>
              <a:t>LAUNCH</a:t>
            </a:r>
            <a:endParaRPr lang="en-US" sz="700" dirty="0"/>
          </a:p>
        </p:txBody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39328" y="1719072"/>
            <a:ext cx="320040" cy="320040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6473952" y="2075688"/>
            <a:ext cx="22311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SaaS MVP</a:t>
            </a:r>
            <a:endParaRPr lang="en-US" sz="1800" dirty="0"/>
          </a:p>
        </p:txBody>
      </p:sp>
      <p:sp>
        <p:nvSpPr>
          <p:cNvPr id="33" name="Text 22"/>
          <p:cNvSpPr/>
          <p:nvPr/>
        </p:nvSpPr>
        <p:spPr>
          <a:xfrm>
            <a:off x="6473952" y="2560320"/>
            <a:ext cx="223113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AAAAA"/>
                </a:solidFill>
              </a:rPr>
              <a:t>From idea to working product in weeks. We build your MVP with a clean UI, solid backend, and AI features baked in from day one.</a:t>
            </a:r>
            <a:endParaRPr lang="en-US" sz="1050" dirty="0"/>
          </a:p>
        </p:txBody>
      </p:sp>
      <p:pic>
        <p:nvPicPr>
          <p:cNvPr id="3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73952" y="3630168"/>
            <a:ext cx="182880" cy="182880"/>
          </a:xfrm>
          <a:prstGeom prst="rect">
            <a:avLst/>
          </a:prstGeom>
        </p:spPr>
      </p:pic>
      <p:sp>
        <p:nvSpPr>
          <p:cNvPr id="35" name="Text 23"/>
          <p:cNvSpPr/>
          <p:nvPr/>
        </p:nvSpPr>
        <p:spPr>
          <a:xfrm>
            <a:off x="6720840" y="359359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Full-stack MERN builds</a:t>
            </a:r>
            <a:endParaRPr lang="en-US" sz="1000" dirty="0"/>
          </a:p>
        </p:txBody>
      </p:sp>
      <p:pic>
        <p:nvPicPr>
          <p:cNvPr id="3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73952" y="3904488"/>
            <a:ext cx="182880" cy="182880"/>
          </a:xfrm>
          <a:prstGeom prst="rect">
            <a:avLst/>
          </a:prstGeom>
        </p:spPr>
      </p:pic>
      <p:sp>
        <p:nvSpPr>
          <p:cNvPr id="37" name="Text 24"/>
          <p:cNvSpPr/>
          <p:nvPr/>
        </p:nvSpPr>
        <p:spPr>
          <a:xfrm>
            <a:off x="6720840" y="386791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AI-powered features</a:t>
            </a:r>
            <a:endParaRPr lang="en-US" sz="1000" dirty="0"/>
          </a:p>
        </p:txBody>
      </p:sp>
      <p:pic>
        <p:nvPicPr>
          <p:cNvPr id="3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73952" y="4178808"/>
            <a:ext cx="182880" cy="182880"/>
          </a:xfrm>
          <a:prstGeom prst="rect">
            <a:avLst/>
          </a:prstGeom>
        </p:spPr>
      </p:pic>
      <p:sp>
        <p:nvSpPr>
          <p:cNvPr id="39" name="Text 25"/>
          <p:cNvSpPr/>
          <p:nvPr/>
        </p:nvSpPr>
        <p:spPr>
          <a:xfrm>
            <a:off x="6720840" y="414223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Launch-ready in 4–6 weeks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35"/>
                </a:solidFill>
              </a:rPr>
              <a:t>How It Works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From Brief to Built in 3 Steps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560320" cy="283464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938528"/>
            <a:ext cx="502920" cy="50292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9385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13232" y="2560320"/>
            <a:ext cx="22311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Fill the Brief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13232" y="3090672"/>
            <a:ext cx="2231136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AAAAAA"/>
                </a:solidFill>
              </a:rPr>
              <a:t>You fill our intake form — takes 5 minutes. We review your goals, tools, and budget before we even get on a call.</a:t>
            </a:r>
            <a:endParaRPr lang="en-US" sz="11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82112" y="2880360"/>
            <a:ext cx="256032" cy="25603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383280" y="1737360"/>
            <a:ext cx="2560320" cy="283464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547872" y="1938528"/>
            <a:ext cx="502920" cy="50292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547872" y="19385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547872" y="2560320"/>
            <a:ext cx="22311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We Scope &amp; Build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3547872" y="3090672"/>
            <a:ext cx="2231136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AAAAAA"/>
                </a:solidFill>
              </a:rPr>
              <a:t>We send a proposal, agree on scope, and start building. You get weekly updates and a working demo within days.</a:t>
            </a:r>
            <a:endParaRPr lang="en-US" sz="115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6752" y="2880360"/>
            <a:ext cx="256032" cy="256032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217920" y="1737360"/>
            <a:ext cx="2560320" cy="283464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382512" y="1938528"/>
            <a:ext cx="502920" cy="50292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382512" y="19385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6382512" y="2560320"/>
            <a:ext cx="22311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Ship &amp; Scale</a:t>
            </a:r>
            <a:endParaRPr lang="en-US" sz="1700" dirty="0"/>
          </a:p>
        </p:txBody>
      </p:sp>
      <p:sp>
        <p:nvSpPr>
          <p:cNvPr id="20" name="Text 16"/>
          <p:cNvSpPr/>
          <p:nvPr/>
        </p:nvSpPr>
        <p:spPr>
          <a:xfrm>
            <a:off x="6382512" y="3090672"/>
            <a:ext cx="2231136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AAAAAA"/>
                </a:solidFill>
              </a:rPr>
              <a:t>We deploy your system, train you on it, and stay available for support. Your AI works 24/7 from day one.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3017520" y="4617720"/>
            <a:ext cx="3108960" cy="384048"/>
          </a:xfrm>
          <a:prstGeom prst="roundRect">
            <a:avLst>
              <a:gd name="adj" fmla="val 23810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017520" y="461772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Ready to start? Fill the brief →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35"/>
                </a:solidFill>
              </a:rPr>
              <a:t>What You Get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Real Results, Not Just Promises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828800" cy="155448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856232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6B35"/>
                </a:solidFill>
              </a:rPr>
              <a:t>80%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25603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Reduction in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manual work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606040" y="1691640"/>
            <a:ext cx="1828800" cy="155448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06040" y="1856232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6B35"/>
                </a:solidFill>
              </a:rPr>
              <a:t>24/7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606040" y="25603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AI working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without breaks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691640"/>
            <a:ext cx="1828800" cy="155448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63440" y="1856232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6B35"/>
                </a:solidFill>
              </a:rPr>
              <a:t>4–6wk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663440" y="25603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Average time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to go live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20840" y="1691640"/>
            <a:ext cx="1828800" cy="155448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20840" y="1856232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6B35"/>
                </a:solidFill>
              </a:rPr>
              <a:t>100%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720840" y="25603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Custom built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for your business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401568"/>
            <a:ext cx="8046720" cy="141732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7240" y="3493008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6B35"/>
                </a:solidFill>
              </a:rPr>
              <a:t>❝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1280160" y="3547872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</a:rPr>
              <a:t>Working with ShipLab was the fastest we'd ever gone from idea to working product. The AI agent they built handles 90% of our client inquiries automatically.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280160" y="4315968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— Early ShipLab Client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35"/>
                </a:solidFill>
              </a:rPr>
              <a:t>Investment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Simple, Transparent Pricing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560320" cy="338328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7830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Starter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221992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From $500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85800" y="28346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Perfect for a single automation or simple AI agent</a:t>
            </a:r>
            <a:endParaRPr lang="en-US" sz="10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483864"/>
            <a:ext cx="182880" cy="1828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87552" y="344728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1 workflow or agent</a:t>
            </a:r>
            <a:endParaRPr lang="en-US" sz="10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758184"/>
            <a:ext cx="182880" cy="1828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87552" y="372160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Airtable CRM setup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032504"/>
            <a:ext cx="182880" cy="1828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87552" y="399592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2 weeks delivery</a:t>
            </a:r>
            <a:endParaRPr lang="en-US" sz="10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306824"/>
            <a:ext cx="182880" cy="18288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87552" y="42702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1 revision round</a:t>
            </a:r>
            <a:endParaRPr lang="en-US" sz="1000" dirty="0"/>
          </a:p>
        </p:txBody>
      </p:sp>
      <p:sp>
        <p:nvSpPr>
          <p:cNvPr id="16" name="Shape 10"/>
          <p:cNvSpPr/>
          <p:nvPr/>
        </p:nvSpPr>
        <p:spPr>
          <a:xfrm>
            <a:off x="3383280" y="1508760"/>
            <a:ext cx="2651760" cy="3566160"/>
          </a:xfrm>
          <a:prstGeom prst="roundRect">
            <a:avLst>
              <a:gd name="adj" fmla="val 4138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3429000" y="1600200"/>
            <a:ext cx="2560320" cy="3383280"/>
          </a:xfrm>
          <a:prstGeom prst="roundRect">
            <a:avLst>
              <a:gd name="adj" fmla="val 3571"/>
            </a:avLst>
          </a:prstGeom>
          <a:solidFill>
            <a:srgbClr val="1F0A00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3977640" y="1325880"/>
            <a:ext cx="1463040" cy="256032"/>
          </a:xfrm>
          <a:prstGeom prst="roundRect">
            <a:avLst>
              <a:gd name="adj" fmla="val 25000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3977640" y="13258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MOST POPULAR</a:t>
            </a:r>
            <a:endParaRPr lang="en-US" sz="800" dirty="0"/>
          </a:p>
        </p:txBody>
      </p:sp>
      <p:sp>
        <p:nvSpPr>
          <p:cNvPr id="20" name="Text 14"/>
          <p:cNvSpPr/>
          <p:nvPr/>
        </p:nvSpPr>
        <p:spPr>
          <a:xfrm>
            <a:off x="3429000" y="17830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6B35"/>
                </a:solidFill>
              </a:rPr>
              <a:t>Growth</a:t>
            </a: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3429000" y="2221992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From $1,500</a:t>
            </a:r>
            <a:endParaRPr lang="en-US" sz="2600" dirty="0"/>
          </a:p>
        </p:txBody>
      </p:sp>
      <p:sp>
        <p:nvSpPr>
          <p:cNvPr id="22" name="Text 16"/>
          <p:cNvSpPr/>
          <p:nvPr/>
        </p:nvSpPr>
        <p:spPr>
          <a:xfrm>
            <a:off x="3566160" y="28346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Full automation stack or a multi-feature AI agent</a:t>
            </a:r>
            <a:endParaRPr lang="en-US" sz="100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1880" y="3483864"/>
            <a:ext cx="182880" cy="18288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3867912" y="344728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Up to 5 automations</a:t>
            </a:r>
            <a:endParaRPr lang="en-US" sz="100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11880" y="3758184"/>
            <a:ext cx="182880" cy="18288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3867912" y="372160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Full CRM pipeline</a:t>
            </a:r>
            <a:endParaRPr lang="en-US" sz="1000" dirty="0"/>
          </a:p>
        </p:txBody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1880" y="4032504"/>
            <a:ext cx="182880" cy="18288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3867912" y="399592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Slack/email notifications</a:t>
            </a:r>
            <a:endParaRPr lang="en-US" sz="1000" dirty="0"/>
          </a:p>
        </p:txBody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11880" y="4306824"/>
            <a:ext cx="182880" cy="182880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3867912" y="42702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4 weeks delivery</a:t>
            </a:r>
            <a:endParaRPr lang="en-US" sz="1000" dirty="0"/>
          </a:p>
        </p:txBody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11880" y="4581144"/>
            <a:ext cx="182880" cy="182880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3867912" y="454456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Ongoing support</a:t>
            </a:r>
            <a:endParaRPr lang="en-US" sz="1000" dirty="0"/>
          </a:p>
        </p:txBody>
      </p:sp>
      <p:sp>
        <p:nvSpPr>
          <p:cNvPr id="33" name="Shape 22"/>
          <p:cNvSpPr/>
          <p:nvPr/>
        </p:nvSpPr>
        <p:spPr>
          <a:xfrm>
            <a:off x="6309360" y="1600200"/>
            <a:ext cx="2560320" cy="338328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34" name="Text 23"/>
          <p:cNvSpPr/>
          <p:nvPr/>
        </p:nvSpPr>
        <p:spPr>
          <a:xfrm>
            <a:off x="6309360" y="17830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Studio</a:t>
            </a:r>
            <a:endParaRPr lang="en-US" sz="1600" dirty="0"/>
          </a:p>
        </p:txBody>
      </p:sp>
      <p:sp>
        <p:nvSpPr>
          <p:cNvPr id="35" name="Text 24"/>
          <p:cNvSpPr/>
          <p:nvPr/>
        </p:nvSpPr>
        <p:spPr>
          <a:xfrm>
            <a:off x="6309360" y="2221992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From $3,500</a:t>
            </a:r>
            <a:endParaRPr lang="en-US" sz="2600" dirty="0"/>
          </a:p>
        </p:txBody>
      </p:sp>
      <p:sp>
        <p:nvSpPr>
          <p:cNvPr id="36" name="Text 25"/>
          <p:cNvSpPr/>
          <p:nvPr/>
        </p:nvSpPr>
        <p:spPr>
          <a:xfrm>
            <a:off x="6446520" y="28346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Complete SaaS MVP or enterprise AI system</a:t>
            </a:r>
            <a:endParaRPr lang="en-US" sz="1000" dirty="0"/>
          </a:p>
        </p:txBody>
      </p:sp>
      <p:pic>
        <p:nvPicPr>
          <p:cNvPr id="3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92240" y="3483864"/>
            <a:ext cx="182880" cy="182880"/>
          </a:xfrm>
          <a:prstGeom prst="rect">
            <a:avLst/>
          </a:prstGeom>
        </p:spPr>
      </p:pic>
      <p:sp>
        <p:nvSpPr>
          <p:cNvPr id="38" name="Text 26"/>
          <p:cNvSpPr/>
          <p:nvPr/>
        </p:nvSpPr>
        <p:spPr>
          <a:xfrm>
            <a:off x="6748272" y="344728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Full SaaS MVP build</a:t>
            </a:r>
            <a:endParaRPr lang="en-US" sz="1000" dirty="0"/>
          </a:p>
        </p:txBody>
      </p:sp>
      <p:pic>
        <p:nvPicPr>
          <p:cNvPr id="39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92240" y="3758184"/>
            <a:ext cx="182880" cy="182880"/>
          </a:xfrm>
          <a:prstGeom prst="rect">
            <a:avLst/>
          </a:prstGeom>
        </p:spPr>
      </p:pic>
      <p:sp>
        <p:nvSpPr>
          <p:cNvPr id="40" name="Text 27"/>
          <p:cNvSpPr/>
          <p:nvPr/>
        </p:nvSpPr>
        <p:spPr>
          <a:xfrm>
            <a:off x="6748272" y="372160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AI features included</a:t>
            </a:r>
            <a:endParaRPr lang="en-US" sz="1000" dirty="0"/>
          </a:p>
        </p:txBody>
      </p:sp>
      <p:pic>
        <p:nvPicPr>
          <p:cNvPr id="41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92240" y="4032504"/>
            <a:ext cx="182880" cy="182880"/>
          </a:xfrm>
          <a:prstGeom prst="rect">
            <a:avLst/>
          </a:prstGeom>
        </p:spPr>
      </p:pic>
      <p:sp>
        <p:nvSpPr>
          <p:cNvPr id="42" name="Text 28"/>
          <p:cNvSpPr/>
          <p:nvPr/>
        </p:nvSpPr>
        <p:spPr>
          <a:xfrm>
            <a:off x="6748272" y="399592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Custom branding</a:t>
            </a:r>
            <a:endParaRPr lang="en-US" sz="1000" dirty="0"/>
          </a:p>
        </p:txBody>
      </p:sp>
      <p:pic>
        <p:nvPicPr>
          <p:cNvPr id="43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92240" y="4306824"/>
            <a:ext cx="182880" cy="182880"/>
          </a:xfrm>
          <a:prstGeom prst="rect">
            <a:avLst/>
          </a:prstGeom>
        </p:spPr>
      </p:pic>
      <p:sp>
        <p:nvSpPr>
          <p:cNvPr id="44" name="Text 29"/>
          <p:cNvSpPr/>
          <p:nvPr/>
        </p:nvSpPr>
        <p:spPr>
          <a:xfrm>
            <a:off x="6748272" y="42702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6 weeks delivery</a:t>
            </a:r>
            <a:endParaRPr lang="en-US" sz="1000" dirty="0"/>
          </a:p>
        </p:txBody>
      </p:sp>
      <p:pic>
        <p:nvPicPr>
          <p:cNvPr id="4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92240" y="4581144"/>
            <a:ext cx="182880" cy="182880"/>
          </a:xfrm>
          <a:prstGeom prst="rect">
            <a:avLst/>
          </a:prstGeom>
        </p:spPr>
      </p:pic>
      <p:sp>
        <p:nvSpPr>
          <p:cNvPr id="46" name="Text 30"/>
          <p:cNvSpPr/>
          <p:nvPr/>
        </p:nvSpPr>
        <p:spPr>
          <a:xfrm>
            <a:off x="6748272" y="454456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3 months support</a:t>
            </a:r>
            <a:endParaRPr lang="en-US" sz="1000" dirty="0"/>
          </a:p>
        </p:txBody>
      </p:sp>
      <p:sp>
        <p:nvSpPr>
          <p:cNvPr id="47" name="Text 31"/>
          <p:cNvSpPr/>
          <p:nvPr/>
        </p:nvSpPr>
        <p:spPr>
          <a:xfrm>
            <a:off x="548640" y="482803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All prices in USD · Custom quotes available for enterprise projects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35"/>
                </a:solidFill>
              </a:rPr>
              <a:t>Why ShipLab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Built by a Builder,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For Builders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2029968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AAAAA"/>
                </a:solidFill>
              </a:rPr>
              <a:t>ShipLab is run by Awais — a CS grad and solo founder with 6 years of coding experience, deep in AI automation, and obsessed with shipping products that actually work.</a:t>
            </a:r>
            <a:endParaRPr lang="en-US" sz="12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118104"/>
            <a:ext cx="228600" cy="228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306324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We don't just consult — we build</a:t>
            </a:r>
            <a:endParaRPr lang="en-US" sz="13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502152"/>
            <a:ext cx="228600" cy="2286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68680" y="344728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Fast turnaround, no agency fluff</a:t>
            </a:r>
            <a:endParaRPr lang="en-US" sz="13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886200"/>
            <a:ext cx="228600" cy="2286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68680" y="3831336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You own everything we create</a:t>
            </a:r>
            <a:endParaRPr lang="en-US" sz="13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270248"/>
            <a:ext cx="228600" cy="2286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68680" y="4215384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Async-friendly, global clients</a:t>
            </a:r>
            <a:endParaRPr lang="en-US" sz="1300" dirty="0"/>
          </a:p>
        </p:txBody>
      </p:sp>
      <p:sp>
        <p:nvSpPr>
          <p:cNvPr id="13" name="Shape 7"/>
          <p:cNvSpPr/>
          <p:nvPr/>
        </p:nvSpPr>
        <p:spPr>
          <a:xfrm>
            <a:off x="5394960" y="685800"/>
            <a:ext cx="3200400" cy="4251960"/>
          </a:xfrm>
          <a:prstGeom prst="rect">
            <a:avLst/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4" name="Text 8"/>
          <p:cNvSpPr/>
          <p:nvPr/>
        </p:nvSpPr>
        <p:spPr>
          <a:xfrm>
            <a:off x="5394960" y="96012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6B35"/>
                </a:solidFill>
              </a:rPr>
              <a:t>6+</a:t>
            </a:r>
            <a:endParaRPr lang="en-US" sz="3200" dirty="0"/>
          </a:p>
        </p:txBody>
      </p:sp>
      <p:sp>
        <p:nvSpPr>
          <p:cNvPr id="15" name="Text 9"/>
          <p:cNvSpPr/>
          <p:nvPr/>
        </p:nvSpPr>
        <p:spPr>
          <a:xfrm>
            <a:off x="5394960" y="161848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Years coding experience</a:t>
            </a:r>
            <a:endParaRPr lang="en-US" sz="1100" dirty="0"/>
          </a:p>
        </p:txBody>
      </p:sp>
      <p:sp>
        <p:nvSpPr>
          <p:cNvPr id="16" name="Shape 10"/>
          <p:cNvSpPr/>
          <p:nvPr/>
        </p:nvSpPr>
        <p:spPr>
          <a:xfrm>
            <a:off x="5943600" y="2039112"/>
            <a:ext cx="2103120" cy="9144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5394960" y="224028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6B35"/>
                </a:solidFill>
              </a:rPr>
              <a:t>MERN</a:t>
            </a:r>
            <a:endParaRPr lang="en-US" sz="3200" dirty="0"/>
          </a:p>
        </p:txBody>
      </p:sp>
      <p:sp>
        <p:nvSpPr>
          <p:cNvPr id="18" name="Text 12"/>
          <p:cNvSpPr/>
          <p:nvPr/>
        </p:nvSpPr>
        <p:spPr>
          <a:xfrm>
            <a:off x="5394960" y="289864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Stack + AI/Automation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5943600" y="3319272"/>
            <a:ext cx="2103120" cy="9144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5394960" y="352044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6B35"/>
                </a:solidFill>
              </a:rPr>
              <a:t>Fast</a:t>
            </a:r>
            <a:endParaRPr lang="en-US" sz="3200" dirty="0"/>
          </a:p>
        </p:txBody>
      </p:sp>
      <p:sp>
        <p:nvSpPr>
          <p:cNvPr id="21" name="Text 15"/>
          <p:cNvSpPr/>
          <p:nvPr/>
        </p:nvSpPr>
        <p:spPr>
          <a:xfrm>
            <a:off x="5394960" y="417880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Ship in weeks not months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0" y="457200"/>
            <a:ext cx="4572000" cy="3657600"/>
          </a:xfrm>
          <a:prstGeom prst="ellipse">
            <a:avLst/>
          </a:prstGeom>
          <a:solidFill>
            <a:srgbClr val="FF6B35">
              <a:alpha val="10000"/>
            </a:srgbClr>
          </a:solidFill>
          <a:ln w="12700">
            <a:solidFill>
              <a:srgbClr val="FF6B35">
                <a:alpha val="1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008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Let's Build Something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6B35"/>
                </a:solidFill>
              </a:rPr>
              <a:t>That Works While You Sleep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26060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AAAAA"/>
                </a:solidFill>
              </a:rPr>
              <a:t>Fill the brief. Get a proposal. Ship it.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286000" y="3246120"/>
            <a:ext cx="2194560" cy="475488"/>
          </a:xfrm>
          <a:prstGeom prst="roundRect">
            <a:avLst>
              <a:gd name="adj" fmla="val 19231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0" y="3246120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Fill the Brief →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3246120"/>
            <a:ext cx="2194560" cy="475488"/>
          </a:xfrm>
          <a:prstGeom prst="roundRect">
            <a:avLst>
              <a:gd name="adj" fmla="val 19231"/>
            </a:avLst>
          </a:prstGeom>
          <a:solidFill>
            <a:srgbClr val="1A1A1A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3246120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6B35"/>
                </a:solidFill>
              </a:rPr>
              <a:t>Book a Call →</a:t>
            </a:r>
            <a:endParaRPr lang="en-US" sz="14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0" y="4160520"/>
            <a:ext cx="228600" cy="228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852928" y="413308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</a:rPr>
              <a:t>awais@shiplab.io</a:t>
            </a:r>
            <a:endParaRPr lang="en-US" sz="12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4160520"/>
            <a:ext cx="228600" cy="2286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38928" y="413308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</a:rPr>
              <a:t>shiplab.io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069080" y="4617720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069080" y="46177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4480560" y="464515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ShipLab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ShipLab — AI Product Studio</dc:title>
  <dc:subject>PptxGenJS Presentation</dc:subject>
  <dc:creator>Awais Sultan</dc:creator>
  <cp:lastModifiedBy>Awais Sultan</cp:lastModifiedBy>
  <cp:revision>1</cp:revision>
  <dcterms:created xsi:type="dcterms:W3CDTF">2026-07-06T05:28:57Z</dcterms:created>
  <dcterms:modified xsi:type="dcterms:W3CDTF">2026-07-06T05:28:57Z</dcterms:modified>
</cp:coreProperties>
</file>